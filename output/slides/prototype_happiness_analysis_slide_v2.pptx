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327" y="418907"/>
            <a:ext cx="6717345" cy="907801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From Exploration to Insight: A Structured Approach to Identifying Key Drivers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36892-D01E-9B73-F0F6-9519FE40DC30}"/>
              </a:ext>
            </a:extLst>
          </p:cNvPr>
          <p:cNvSpPr txBox="1"/>
          <p:nvPr/>
        </p:nvSpPr>
        <p:spPr>
          <a:xfrm>
            <a:off x="2921374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Hypothesis:</a:t>
            </a:r>
            <a:br>
              <a:rPr lang="en-US" sz="1200" dirty="0"/>
            </a:br>
            <a:r>
              <a:rPr lang="en-US" sz="1200" b="1" dirty="0"/>
              <a:t>“High-performing countries will consistently outperform across key drivers”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EC8BD-D493-C231-118F-93185B299639}"/>
              </a:ext>
            </a:extLst>
          </p:cNvPr>
          <p:cNvSpPr txBox="1"/>
          <p:nvPr/>
        </p:nvSpPr>
        <p:spPr>
          <a:xfrm>
            <a:off x="15239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Reviewed correlations between key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Identified strongest associations with happiness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0A0F-0E20-263F-C96E-B3ECD9AD48D0}"/>
              </a:ext>
            </a:extLst>
          </p:cNvPr>
          <p:cNvSpPr txBox="1"/>
          <p:nvPr/>
        </p:nvSpPr>
        <p:spPr>
          <a:xfrm>
            <a:off x="6084803" y="2445163"/>
            <a:ext cx="261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Segmented countries by happiness score (Bottom/Middle/Top)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Compared distributions across groups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E15E67-7A1B-113B-795B-805540AE94BE}"/>
              </a:ext>
            </a:extLst>
          </p:cNvPr>
          <p:cNvSpPr txBox="1">
            <a:spLocks/>
          </p:cNvSpPr>
          <p:nvPr/>
        </p:nvSpPr>
        <p:spPr>
          <a:xfrm>
            <a:off x="347935" y="1610572"/>
            <a:ext cx="2224368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Explore Relationships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2CAB37D-5FCE-FA6B-BAD7-845C69D88E66}"/>
              </a:ext>
            </a:extLst>
          </p:cNvPr>
          <p:cNvSpPr txBox="1">
            <a:spLocks/>
          </p:cNvSpPr>
          <p:nvPr/>
        </p:nvSpPr>
        <p:spPr>
          <a:xfrm>
            <a:off x="3343275" y="1610572"/>
            <a:ext cx="177165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Form Hypothesis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B851766-380D-310E-FCDE-EE1FF683876B}"/>
              </a:ext>
            </a:extLst>
          </p:cNvPr>
          <p:cNvSpPr txBox="1">
            <a:spLocks/>
          </p:cNvSpPr>
          <p:nvPr/>
        </p:nvSpPr>
        <p:spPr>
          <a:xfrm>
            <a:off x="5809139" y="1610572"/>
            <a:ext cx="316678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Validate through Segmentation</a:t>
            </a:r>
          </a:p>
        </p:txBody>
      </p:sp>
      <p:pic>
        <p:nvPicPr>
          <p:cNvPr id="32" name="Graphic 31" descr="Arrow: Slight curve with solid fill">
            <a:extLst>
              <a:ext uri="{FF2B5EF4-FFF2-40B4-BE49-F238E27FC236}">
                <a16:creationId xmlns:a16="http://schemas.microsoft.com/office/drawing/2014/main" id="{3069DAD6-D71E-FB0A-A5D0-E8CDF3FB7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4796" y="1554412"/>
            <a:ext cx="691570" cy="691570"/>
          </a:xfrm>
          <a:prstGeom prst="rect">
            <a:avLst/>
          </a:prstGeom>
        </p:spPr>
      </p:pic>
      <p:pic>
        <p:nvPicPr>
          <p:cNvPr id="33" name="Graphic 32" descr="Arrow: Slight curve with solid fill">
            <a:extLst>
              <a:ext uri="{FF2B5EF4-FFF2-40B4-BE49-F238E27FC236}">
                <a16:creationId xmlns:a16="http://schemas.microsoft.com/office/drawing/2014/main" id="{59970E47-A36F-87D1-DF1E-0315346EB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8392" y="1554412"/>
            <a:ext cx="691570" cy="691570"/>
          </a:xfrm>
          <a:prstGeom prst="rect">
            <a:avLst/>
          </a:prstGeom>
        </p:spPr>
      </p:pic>
      <p:pic>
        <p:nvPicPr>
          <p:cNvPr id="1030" name="Picture 6" descr="Simple Light Bulb Icon Stock Illustrations – 59,331 Simple Light Bulb Icon  Stock Illustrations, Vectors &amp; Clipart - Dreamstime">
            <a:extLst>
              <a:ext uri="{FF2B5EF4-FFF2-40B4-BE49-F238E27FC236}">
                <a16:creationId xmlns:a16="http://schemas.microsoft.com/office/drawing/2014/main" id="{B6DCBCF2-6205-F5B6-79D3-A8236734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44" y="3731567"/>
            <a:ext cx="1889312" cy="188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59B15B-C989-D1E8-1C6A-5DCE5F6D1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73" y="4149677"/>
            <a:ext cx="1889312" cy="10530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87813EF-56DF-D2B2-7C6D-DB8884AC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62" y="3995271"/>
            <a:ext cx="2285714" cy="1361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FB3B-70A2-F6A4-EA83-9F84E176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FA9-EE43-5EBE-F01E-439BE97F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9250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Happiness Is Driven by Foundational and Amplifying Factors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B58E-6620-6AA3-1C56-7D01B8EBDED7}"/>
              </a:ext>
            </a:extLst>
          </p:cNvPr>
          <p:cNvSpPr txBox="1"/>
          <p:nvPr/>
        </p:nvSpPr>
        <p:spPr>
          <a:xfrm>
            <a:off x="578223" y="968189"/>
            <a:ext cx="21320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Foundational Drivers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10539-D91E-135C-562D-B274AF09EF7F}"/>
              </a:ext>
            </a:extLst>
          </p:cNvPr>
          <p:cNvSpPr txBox="1"/>
          <p:nvPr/>
        </p:nvSpPr>
        <p:spPr>
          <a:xfrm>
            <a:off x="578223" y="3362227"/>
            <a:ext cx="19126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Amplifying Factors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CE2AE-F7A6-552C-1CE2-C98FDAB21788}"/>
              </a:ext>
            </a:extLst>
          </p:cNvPr>
          <p:cNvSpPr txBox="1"/>
          <p:nvPr/>
        </p:nvSpPr>
        <p:spPr>
          <a:xfrm>
            <a:off x="5163671" y="3429000"/>
            <a:ext cx="165942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Minimal Impact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4ABDF8-E0A1-2127-A8EB-2A9DE2D9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7521"/>
            <a:ext cx="2743206" cy="2011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ACA234-9713-D3E0-7E74-3EDE3A59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314" y="1377419"/>
            <a:ext cx="2743206" cy="20116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508E9A-1717-C464-B356-ADC9E060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068" y="1337521"/>
            <a:ext cx="2743206" cy="2011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FF1B71-3DB8-6845-2778-80459A0FD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58"/>
            <a:ext cx="2743206" cy="2011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7FE229-B607-28D1-76E6-B7645EB6D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90" y="3912634"/>
            <a:ext cx="2743206" cy="2011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A6977D-44C0-5085-3B3C-F60A42A710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385" y="3912633"/>
            <a:ext cx="2743206" cy="201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74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72</Words>
  <Application>Microsoft Office PowerPoint</Application>
  <PresentationFormat>On-screen Show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From Exploration to Insight: A Structured Approach to Identifying Key Drivers</vt:lpstr>
      <vt:lpstr>Happiness Is Driven by Foundational and Amplifying Factors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Smith</cp:lastModifiedBy>
  <cp:revision>3</cp:revision>
  <dcterms:created xsi:type="dcterms:W3CDTF">2013-01-27T09:14:16Z</dcterms:created>
  <dcterms:modified xsi:type="dcterms:W3CDTF">2026-04-04T01:24:22Z</dcterms:modified>
  <cp:category/>
</cp:coreProperties>
</file>