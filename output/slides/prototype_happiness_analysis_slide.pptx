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233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9250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Happiness Is Driven by Foundational and Amplifying Factors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78223" y="968189"/>
            <a:ext cx="21320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Foundational Drivers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8223" y="3362227"/>
            <a:ext cx="19126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Amplifying Factors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63671" y="3429000"/>
            <a:ext cx="165942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Minimal Impact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B80A70-757C-CFEE-5C12-6B4DAECF6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37521"/>
            <a:ext cx="2743206" cy="2011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7982D5-C6D0-78C5-564A-7C42DB237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314" y="1377419"/>
            <a:ext cx="2743206" cy="20116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339C78-6DD0-1648-0E38-B1DD854AA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068" y="1337521"/>
            <a:ext cx="2743206" cy="20116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B4C190-E9AE-7090-C92E-A725316BE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3358"/>
            <a:ext cx="2743206" cy="20116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5EC071-B9C9-4061-6EBF-559F5D6D6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390" y="3912634"/>
            <a:ext cx="2743206" cy="20116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051EFC6-86FC-CE1D-8C9F-157E886043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385" y="3912633"/>
            <a:ext cx="2743206" cy="20116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Happiness Is Driven by Foundational and Amplifying Factors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Smith</cp:lastModifiedBy>
  <cp:revision>2</cp:revision>
  <dcterms:created xsi:type="dcterms:W3CDTF">2013-01-27T09:14:16Z</dcterms:created>
  <dcterms:modified xsi:type="dcterms:W3CDTF">2026-04-03T23:36:45Z</dcterms:modified>
  <cp:category/>
</cp:coreProperties>
</file>